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842" r:id="rId2"/>
    <p:sldId id="765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FFFFFF"/>
    <a:srgbClr val="576CD4"/>
    <a:srgbClr val="C3C5CA"/>
    <a:srgbClr val="F2F2F2"/>
    <a:srgbClr val="20307E"/>
    <a:srgbClr val="D9D9D9"/>
    <a:srgbClr val="303237"/>
    <a:srgbClr val="E7E8EA"/>
    <a:srgbClr val="F8F8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7870" autoAdjust="0"/>
    <p:restoredTop sz="96081" autoAdjust="0"/>
  </p:normalViewPr>
  <p:slideViewPr>
    <p:cSldViewPr snapToGrid="0">
      <p:cViewPr varScale="1">
        <p:scale>
          <a:sx n="94" d="100"/>
          <a:sy n="94" d="100"/>
        </p:scale>
        <p:origin x="492" y="312"/>
      </p:cViewPr>
      <p:guideLst>
        <p:guide orient="horz" pos="2160"/>
        <p:guide pos="3840"/>
      </p:guideLst>
    </p:cSldViewPr>
  </p:slideViewPr>
  <p:notesTextViewPr>
    <p:cViewPr>
      <p:scale>
        <a:sx n="75" d="100"/>
        <a:sy n="75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6E7438-13D2-419A-9932-DFB9ED1638C8}" type="datetimeFigureOut">
              <a:rPr lang="fr-FR" smtClean="0"/>
              <a:t>17/11/2025</a:t>
            </a:fld>
            <a:endParaRPr lang="fr-F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CC6542-D4F9-462D-AAE5-C725B1FDD1F0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231020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CC6542-D4F9-462D-AAE5-C725B1FDD1F0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790145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5A9443-930B-41A4-21CD-2927B3E847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3847CF-A45B-FB6D-B760-18BFE5929C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B3A91B-4EE8-1F73-C112-6E94C0C1D4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42328-F42E-449B-81BD-CD0EDE31BD71}" type="datetimeFigureOut">
              <a:rPr lang="fr-FR" smtClean="0"/>
              <a:t>17/11/2025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1727AC-4903-1C7A-DFB1-A9D72E60E3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7AEA15-29C6-920B-4108-EE0EDC0171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8E864-EFF5-4825-84A3-522ED3851D7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880349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4C9F0B-EDDA-8463-5409-4D040B109F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E123EB-31F0-26A8-60B3-C1C3CF41B6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50A539-5FF9-BEC9-2C07-34D9C907E6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42328-F42E-449B-81BD-CD0EDE31BD71}" type="datetimeFigureOut">
              <a:rPr lang="fr-FR" smtClean="0"/>
              <a:t>17/11/2025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9B8A09-CD16-6F07-B034-616FCDDA09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E3C8B5-1337-1426-49C4-C71319E96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8E864-EFF5-4825-84A3-522ED3851D7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568628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9FF775-FBC1-000C-C5AC-4A08DBD7DA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0F0044-D594-1410-A255-84AE8F59F9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671FA6-7A83-A1FA-D37E-9DAC54F6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42328-F42E-449B-81BD-CD0EDE31BD71}" type="datetimeFigureOut">
              <a:rPr lang="fr-FR" smtClean="0"/>
              <a:t>17/11/2025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9687A0-6902-790B-E724-441AE91B7D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67EB3F-12F9-9E72-3E90-21C24FAFC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8E864-EFF5-4825-84A3-522ED3851D7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769971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CF4935-D532-EDB3-E01B-9991406352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58833B-EA29-159C-2B29-88E598B007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FFA667-A66B-338D-0A59-6FC38B8722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8B8974-899E-0850-2630-6B22BD504A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42328-F42E-449B-81BD-CD0EDE31BD71}" type="datetimeFigureOut">
              <a:rPr lang="fr-FR" smtClean="0"/>
              <a:t>17/11/2025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06791E-3D24-D10D-7D30-783B89D6B9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3E620A-F6C1-8869-3493-2AB1CE634D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8E864-EFF5-4825-84A3-522ED3851D7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297194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A25DFB-7C45-EDB5-5A88-356946077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FAED48-2B35-577C-07BD-5294679712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318C2E-BD71-CF94-2DBB-70505262C8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223729-92B6-FF08-8695-6B3554C06F2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E88A1D8-6F6F-35B4-A60C-4AAC709D57B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CBF9FE-A0AB-5D08-4333-20E5852D45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42328-F42E-449B-81BD-CD0EDE31BD71}" type="datetimeFigureOut">
              <a:rPr lang="fr-FR" smtClean="0"/>
              <a:t>17/11/2025</a:t>
            </a:fld>
            <a:endParaRPr lang="fr-F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473AE02-B5F9-6B8E-3BE3-19339C75C5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084AFD3-D2AF-6655-9F42-0C1359D34B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8E864-EFF5-4825-84A3-522ED3851D7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188733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60DE38-D738-75C9-D13A-4D67899789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EBF86D2-1B78-6990-77D9-E22F03C6A1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42328-F42E-449B-81BD-CD0EDE31BD71}" type="datetimeFigureOut">
              <a:rPr lang="fr-FR" smtClean="0"/>
              <a:t>17/11/2025</a:t>
            </a:fld>
            <a:endParaRPr lang="fr-F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E763FD-4BBF-BB0C-6BA2-2F0B19CA03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F0D545-4BED-83A0-16B7-54907106B1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8E864-EFF5-4825-84A3-522ED3851D7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135761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52FBBBB-F93A-B2B7-C130-9F3F510348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42328-F42E-449B-81BD-CD0EDE31BD71}" type="datetimeFigureOut">
              <a:rPr lang="fr-FR" smtClean="0"/>
              <a:t>17/11/2025</a:t>
            </a:fld>
            <a:endParaRPr lang="fr-F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57EA6F8-2967-0F0E-1206-A5113C1955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6D4928-0F9C-43B3-D788-C9C88EA74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8E864-EFF5-4825-84A3-522ED3851D7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211896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6AE6C-602F-C7E8-2C9E-DB64FA7670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7C8539-8791-7754-2269-DBD7F5AB22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C124F1-A2B3-72F2-6D4F-B143EEB327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084C2F-1B07-BE90-B766-63F6DBC0C8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42328-F42E-449B-81BD-CD0EDE31BD71}" type="datetimeFigureOut">
              <a:rPr lang="fr-FR" smtClean="0"/>
              <a:t>17/11/2025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DD7B46-8E4C-03C9-F7E5-CA7CABC12E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6C4921-89CD-1743-623C-EA534B1A3C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8E864-EFF5-4825-84A3-522ED3851D7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709538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53A123-A8F4-C02E-BC00-3F662FDA35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9B54629-0616-8E9C-C03D-EBAD57C382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DEB9C9-74C0-D194-BD09-AA155E08A5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603BCF-7933-9C8F-7829-648BC9E86E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42328-F42E-449B-81BD-CD0EDE31BD71}" type="datetimeFigureOut">
              <a:rPr lang="fr-FR" smtClean="0"/>
              <a:t>17/11/2025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3483DC-C214-E4CB-C8C0-08AAB831D9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238EBB-7FBC-E049-A4D6-763641311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8E864-EFF5-4825-84A3-522ED3851D7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928002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C05236-4B4F-BDA8-124D-FC0D1BAF0E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1F1A50-FBD3-70C9-76FD-A3E6C29B6A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BB467A-5511-F7F7-CD74-881094E6EA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42328-F42E-449B-81BD-CD0EDE31BD71}" type="datetimeFigureOut">
              <a:rPr lang="fr-FR" smtClean="0"/>
              <a:t>17/11/2025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079695-5E7A-E938-6E3C-F03A20A8AC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07B77A-AEB8-9460-0B2D-8438EA5FB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8E864-EFF5-4825-84A3-522ED3851D7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237815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E32A0A9-E938-8A2F-1C26-F22547A8F6E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92DA72-B28E-4855-D441-18BEF80D90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D2885C-39C7-6D17-D174-81E830BCC5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42328-F42E-449B-81BD-CD0EDE31BD71}" type="datetimeFigureOut">
              <a:rPr lang="fr-FR" smtClean="0"/>
              <a:t>17/11/2025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E1D502-B697-0B2A-4DB3-72E0B959CE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9C9A39-5A4B-43B4-52E7-597FBB05B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8E864-EFF5-4825-84A3-522ED3851D7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55695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655CACD-B450-0B93-C13D-80986AEE41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402237-F8ED-2C90-652B-182BD04BAA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B866A9-E467-14E4-DF6E-8AABBAA3B2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C42328-F42E-449B-81BD-CD0EDE31BD71}" type="datetimeFigureOut">
              <a:rPr lang="fr-FR" smtClean="0"/>
              <a:t>17/11/2025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CF6AC7-9535-4342-9A8D-6B6920DDE8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EF4F1F-778A-30BC-03DD-228496E80F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358E864-EFF5-4825-84A3-522ED3851D7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437493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mailto:Vmoschetta@sammpo.fr" TargetMode="External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4" Type="http://schemas.openxmlformats.org/officeDocument/2006/relationships/hyperlink" Target="mailto:Smalollari@sammpo.fr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1CCF9FA-9F52-8141-4B90-7AB3DCB029F2}"/>
              </a:ext>
            </a:extLst>
          </p:cNvPr>
          <p:cNvSpPr/>
          <p:nvPr/>
        </p:nvSpPr>
        <p:spPr>
          <a:xfrm>
            <a:off x="532932" y="6405694"/>
            <a:ext cx="11126136" cy="4499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l"/>
            <a:r>
              <a:rPr lang="fr-FR" sz="1100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  <a:ea typeface="Lato" panose="020F0502020204030203" pitchFamily="34" charset="0"/>
                <a:cs typeface="Lato" panose="020F0502020204030203" pitchFamily="34" charset="0"/>
              </a:rPr>
              <a:t>Source : SAMMPO | Leclerc -  Etude du 22 sept 2025 | A000</a:t>
            </a:r>
            <a:endParaRPr lang="en-US" sz="1100" dirty="0">
              <a:solidFill>
                <a:schemeClr val="tx1">
                  <a:lumMod val="90000"/>
                  <a:lumOff val="10000"/>
                </a:schemeClr>
              </a:solidFill>
              <a:latin typeface="+mj-lt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pic>
        <p:nvPicPr>
          <p:cNvPr id="4" name="Picture 3" descr="A shelf full of liquor bottles&#10;&#10;AI-generated content may be incorrect.">
            <a:extLst>
              <a:ext uri="{FF2B5EF4-FFF2-40B4-BE49-F238E27FC236}">
                <a16:creationId xmlns:a16="http://schemas.microsoft.com/office/drawing/2014/main" id="{D12DB684-02B0-6DB7-92C8-858E243882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572" b="2054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9CF64F9D-26C5-1F03-699F-FD681655B9C7}"/>
              </a:ext>
            </a:extLst>
          </p:cNvPr>
          <p:cNvSpPr/>
          <p:nvPr/>
        </p:nvSpPr>
        <p:spPr>
          <a:xfrm>
            <a:off x="1514475" y="1479792"/>
            <a:ext cx="9163050" cy="3898416"/>
          </a:xfrm>
          <a:prstGeom prst="roundRect">
            <a:avLst>
              <a:gd name="adj" fmla="val 6534"/>
            </a:avLst>
          </a:prstGeom>
          <a:solidFill>
            <a:srgbClr val="FFFFFF">
              <a:alpha val="94902"/>
            </a:srgb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fr-FR" sz="2800" i="1" dirty="0">
              <a:solidFill>
                <a:schemeClr val="tx1"/>
              </a:solidFill>
              <a:latin typeface="Aptos" panose="020B0004020202020204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AF1B23E-8FE1-F1AB-1F19-B7F5A7883D4C}"/>
              </a:ext>
            </a:extLst>
          </p:cNvPr>
          <p:cNvSpPr/>
          <p:nvPr/>
        </p:nvSpPr>
        <p:spPr>
          <a:xfrm>
            <a:off x="2293586" y="3978853"/>
            <a:ext cx="7855349" cy="5147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0" i="1" u="none" strike="noStrike" kern="1200" cap="none" spc="0" normalizeH="0" baseline="0" noProof="0" dirty="0">
                <a:ln>
                  <a:noFill/>
                </a:ln>
                <a:solidFill>
                  <a:srgbClr val="1B1C1F"/>
                </a:solidFill>
                <a:effectLst/>
                <a:uLnTx/>
                <a:uFillTx/>
                <a:latin typeface="Aptos" panose="020B0004020202020204" pitchFamily="34" charset="0"/>
                <a:ea typeface="Lato" panose="020F0502020204030203" pitchFamily="34" charset="0"/>
                <a:cs typeface="Lato" panose="020F0502020204030203" pitchFamily="34" charset="0"/>
              </a:rPr>
              <a:t>Comprendre les dynamiques commerciales pour orienter la reconquête 2026.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91AA328-0521-4125-DC34-19AD94F6BE82}"/>
              </a:ext>
            </a:extLst>
          </p:cNvPr>
          <p:cNvSpPr/>
          <p:nvPr/>
        </p:nvSpPr>
        <p:spPr>
          <a:xfrm>
            <a:off x="2293586" y="3427646"/>
            <a:ext cx="7855349" cy="5147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200" b="1" i="0" u="none" strike="noStrike" kern="1200" cap="none" spc="0" normalizeH="0" baseline="0" noProof="0" dirty="0">
                <a:ln>
                  <a:noFill/>
                </a:ln>
                <a:solidFill>
                  <a:srgbClr val="1B1C1F"/>
                </a:solidFill>
                <a:effectLst/>
                <a:uLnTx/>
                <a:uFillTx/>
                <a:latin typeface="Aptos Black" panose="020B0004020202020204" pitchFamily="34" charset="0"/>
                <a:ea typeface="Lato" panose="020F0502020204030203" pitchFamily="34" charset="0"/>
                <a:cs typeface="Lato" panose="020F0502020204030203" pitchFamily="34" charset="0"/>
              </a:rPr>
              <a:t>Diagnostic stratégique – [Groupe]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FCD2B11C-ED00-1F0B-19EF-26CEB39D442C}"/>
              </a:ext>
            </a:extLst>
          </p:cNvPr>
          <p:cNvGrpSpPr/>
          <p:nvPr/>
        </p:nvGrpSpPr>
        <p:grpSpPr>
          <a:xfrm>
            <a:off x="2168326" y="2036008"/>
            <a:ext cx="7855349" cy="732592"/>
            <a:chOff x="2293586" y="2036008"/>
            <a:chExt cx="7855349" cy="732592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362B3FB-99D5-1C13-8861-C58B61311075}"/>
                </a:ext>
              </a:extLst>
            </p:cNvPr>
            <p:cNvCxnSpPr>
              <a:cxnSpLocks/>
            </p:cNvCxnSpPr>
            <p:nvPr/>
          </p:nvCxnSpPr>
          <p:spPr>
            <a:xfrm>
              <a:off x="2293586" y="2402304"/>
              <a:ext cx="3069722" cy="0"/>
            </a:xfrm>
            <a:prstGeom prst="line">
              <a:avLst/>
            </a:prstGeom>
            <a:ln w="19050">
              <a:solidFill>
                <a:schemeClr val="tx1">
                  <a:lumMod val="25000"/>
                  <a:lumOff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9" name="Picture 8" descr="A black square with white text and a white circle&#10;&#10;AI-generated content may be incorrect.">
              <a:extLst>
                <a:ext uri="{FF2B5EF4-FFF2-40B4-BE49-F238E27FC236}">
                  <a16:creationId xmlns:a16="http://schemas.microsoft.com/office/drawing/2014/main" id="{C64784ED-5EA4-47A5-5153-062171C5A9C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55206" y="2036008"/>
              <a:ext cx="732108" cy="732592"/>
            </a:xfrm>
            <a:prstGeom prst="roundRect">
              <a:avLst/>
            </a:prstGeom>
          </p:spPr>
        </p:pic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593F5A8D-2513-65CA-53BE-45845430BA43}"/>
                </a:ext>
              </a:extLst>
            </p:cNvPr>
            <p:cNvCxnSpPr>
              <a:cxnSpLocks/>
            </p:cNvCxnSpPr>
            <p:nvPr/>
          </p:nvCxnSpPr>
          <p:spPr>
            <a:xfrm>
              <a:off x="7079213" y="2402304"/>
              <a:ext cx="3069722" cy="0"/>
            </a:xfrm>
            <a:prstGeom prst="line">
              <a:avLst/>
            </a:prstGeom>
            <a:ln w="19050">
              <a:solidFill>
                <a:schemeClr val="tx1">
                  <a:lumMod val="25000"/>
                  <a:lumOff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1744847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ountry road along the side of mountains">
            <a:extLst>
              <a:ext uri="{FF2B5EF4-FFF2-40B4-BE49-F238E27FC236}">
                <a16:creationId xmlns:a16="http://schemas.microsoft.com/office/drawing/2014/main" id="{F5308F07-B49D-2B14-72C3-8E1EC1193B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98" b="10106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7DD808BD-E320-2008-8597-189AF6CF8D08}"/>
              </a:ext>
            </a:extLst>
          </p:cNvPr>
          <p:cNvSpPr/>
          <p:nvPr/>
        </p:nvSpPr>
        <p:spPr>
          <a:xfrm>
            <a:off x="2074127" y="1328286"/>
            <a:ext cx="8043746" cy="4201428"/>
          </a:xfrm>
          <a:prstGeom prst="roundRect">
            <a:avLst>
              <a:gd name="adj" fmla="val 5670"/>
            </a:avLst>
          </a:prstGeom>
          <a:solidFill>
            <a:srgbClr val="FFFFFF">
              <a:alpha val="8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4400" b="1" dirty="0">
                <a:solidFill>
                  <a:schemeClr val="tx1"/>
                </a:solidFill>
                <a:latin typeface="Aptos Black" panose="020B0004020202020204" pitchFamily="34" charset="0"/>
                <a:ea typeface="Lato" panose="020F0502020204030203" pitchFamily="34" charset="0"/>
                <a:cs typeface="Lato" panose="020F0502020204030203" pitchFamily="34" charset="0"/>
              </a:rPr>
              <a:t>Contactez-nous</a:t>
            </a:r>
          </a:p>
          <a:p>
            <a:pPr algn="ctr"/>
            <a:endParaRPr lang="fr-FR" sz="5400" b="1" dirty="0">
              <a:solidFill>
                <a:schemeClr val="tx1"/>
              </a:solidFill>
              <a:latin typeface="Aptos" panose="020B0004020202020204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r>
              <a:rPr lang="fr-FR" sz="1400" dirty="0">
                <a:solidFill>
                  <a:schemeClr val="tx1"/>
                </a:solidFill>
                <a:latin typeface="Aptos" panose="020B0004020202020204" pitchFamily="34" charset="0"/>
                <a:ea typeface="Lato" panose="020F0502020204030203" pitchFamily="34" charset="0"/>
                <a:cs typeface="Lato" panose="020F0502020204030203" pitchFamily="34" charset="0"/>
              </a:rPr>
              <a:t>	</a:t>
            </a:r>
            <a:r>
              <a:rPr lang="fr-FR" sz="1600" dirty="0">
                <a:solidFill>
                  <a:schemeClr val="tx1"/>
                </a:solidFill>
                <a:latin typeface="Aptos" panose="020B0004020202020204" pitchFamily="34" charset="0"/>
                <a:ea typeface="Lato" panose="020F0502020204030203" pitchFamily="34" charset="0"/>
                <a:cs typeface="Lato" panose="020F0502020204030203" pitchFamily="34" charset="0"/>
              </a:rPr>
              <a:t>Vincent Moschetta : </a:t>
            </a:r>
            <a:r>
              <a:rPr lang="fr-FR" sz="1600" dirty="0">
                <a:solidFill>
                  <a:schemeClr val="tx1">
                    <a:lumMod val="90000"/>
                    <a:lumOff val="10000"/>
                  </a:schemeClr>
                </a:solidFill>
                <a:latin typeface="Aptos" panose="020B0004020202020204" pitchFamily="34" charset="0"/>
                <a:ea typeface="Lato" panose="020F0502020204030203" pitchFamily="34" charset="0"/>
                <a:cs typeface="Lato" panose="020F0502020204030203" pitchFamily="34" charset="0"/>
              </a:rPr>
              <a:t>	</a:t>
            </a:r>
            <a:r>
              <a:rPr lang="fr-FR" sz="1600" dirty="0">
                <a:solidFill>
                  <a:schemeClr val="tx1">
                    <a:lumMod val="90000"/>
                    <a:lumOff val="10000"/>
                  </a:schemeClr>
                </a:solidFill>
                <a:latin typeface="Aptos" panose="020B0004020202020204" pitchFamily="34" charset="0"/>
                <a:ea typeface="Lato" panose="020F0502020204030203" pitchFamily="34" charset="0"/>
                <a:cs typeface="Lato" panose="020F0502020204030203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Vmoschetta@sammpo.fr</a:t>
            </a:r>
            <a:endParaRPr lang="fr-FR" sz="1600" dirty="0">
              <a:solidFill>
                <a:schemeClr val="tx1">
                  <a:lumMod val="90000"/>
                  <a:lumOff val="10000"/>
                </a:schemeClr>
              </a:solidFill>
              <a:latin typeface="Aptos" panose="020B0004020202020204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r>
              <a:rPr lang="fr-FR" sz="1600" dirty="0">
                <a:solidFill>
                  <a:schemeClr val="tx1">
                    <a:lumMod val="90000"/>
                    <a:lumOff val="10000"/>
                  </a:schemeClr>
                </a:solidFill>
                <a:latin typeface="Aptos" panose="020B0004020202020204" pitchFamily="34" charset="0"/>
                <a:ea typeface="Lato" panose="020F0502020204030203" pitchFamily="34" charset="0"/>
                <a:cs typeface="Lato" panose="020F0502020204030203" pitchFamily="34" charset="0"/>
              </a:rPr>
              <a:t>	Tel. 		06 66 56 36 45</a:t>
            </a:r>
          </a:p>
          <a:p>
            <a:endParaRPr lang="fr-FR" sz="1600" dirty="0">
              <a:solidFill>
                <a:schemeClr val="tx1">
                  <a:lumMod val="90000"/>
                  <a:lumOff val="10000"/>
                </a:schemeClr>
              </a:solidFill>
              <a:latin typeface="Aptos" panose="020B0004020202020204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r>
              <a:rPr lang="fr-FR" sz="1600" b="1" dirty="0">
                <a:solidFill>
                  <a:schemeClr val="tx1">
                    <a:lumMod val="90000"/>
                    <a:lumOff val="10000"/>
                  </a:schemeClr>
                </a:solidFill>
                <a:latin typeface="Aptos" panose="020B0004020202020204" pitchFamily="34" charset="0"/>
                <a:ea typeface="Lato" panose="020F0502020204030203" pitchFamily="34" charset="0"/>
                <a:cs typeface="Lato" panose="020F0502020204030203" pitchFamily="34" charset="0"/>
              </a:rPr>
              <a:t>	</a:t>
            </a:r>
            <a:r>
              <a:rPr lang="fr-FR" sz="160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Aptos" panose="020B0004020202020204" pitchFamily="34" charset="0"/>
                <a:ea typeface="Lato" panose="020F0502020204030203" pitchFamily="34" charset="0"/>
                <a:cs typeface="Lato" panose="020F0502020204030203" pitchFamily="34" charset="0"/>
              </a:rPr>
              <a:t>Sibora</a:t>
            </a:r>
            <a:r>
              <a:rPr lang="fr-FR" sz="1600" dirty="0">
                <a:solidFill>
                  <a:schemeClr val="tx1">
                    <a:lumMod val="90000"/>
                    <a:lumOff val="10000"/>
                  </a:schemeClr>
                </a:solidFill>
                <a:latin typeface="Aptos" panose="020B0004020202020204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fr-FR" sz="160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Aptos" panose="020B0004020202020204" pitchFamily="34" charset="0"/>
                <a:ea typeface="Lato" panose="020F0502020204030203" pitchFamily="34" charset="0"/>
                <a:cs typeface="Lato" panose="020F0502020204030203" pitchFamily="34" charset="0"/>
              </a:rPr>
              <a:t>Malollari</a:t>
            </a:r>
            <a:r>
              <a:rPr lang="fr-FR" sz="1600" dirty="0">
                <a:solidFill>
                  <a:schemeClr val="tx1">
                    <a:lumMod val="90000"/>
                    <a:lumOff val="10000"/>
                  </a:schemeClr>
                </a:solidFill>
                <a:latin typeface="Aptos" panose="020B0004020202020204" pitchFamily="34" charset="0"/>
                <a:ea typeface="Lato" panose="020F0502020204030203" pitchFamily="34" charset="0"/>
                <a:cs typeface="Lato" panose="020F0502020204030203" pitchFamily="34" charset="0"/>
              </a:rPr>
              <a:t> : 	</a:t>
            </a:r>
            <a:r>
              <a:rPr lang="fr-FR" sz="1600" dirty="0">
                <a:solidFill>
                  <a:schemeClr val="tx1">
                    <a:lumMod val="90000"/>
                    <a:lumOff val="10000"/>
                  </a:schemeClr>
                </a:solidFill>
                <a:latin typeface="Aptos" panose="020B0004020202020204" pitchFamily="34" charset="0"/>
                <a:ea typeface="Lato" panose="020F0502020204030203" pitchFamily="34" charset="0"/>
                <a:cs typeface="Lato" panose="020F0502020204030203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Smalollari@sammpo.fr</a:t>
            </a:r>
            <a:endParaRPr lang="fr-FR" sz="1600" dirty="0">
              <a:solidFill>
                <a:schemeClr val="tx1">
                  <a:lumMod val="90000"/>
                  <a:lumOff val="10000"/>
                </a:schemeClr>
              </a:solidFill>
              <a:latin typeface="Aptos" panose="020B0004020202020204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r>
              <a:rPr lang="fr-FR" sz="1600" b="1" dirty="0">
                <a:solidFill>
                  <a:schemeClr val="tx1">
                    <a:lumMod val="90000"/>
                    <a:lumOff val="10000"/>
                  </a:schemeClr>
                </a:solidFill>
                <a:latin typeface="Aptos" panose="020B0004020202020204" pitchFamily="34" charset="0"/>
                <a:ea typeface="Lato" panose="020F0502020204030203" pitchFamily="34" charset="0"/>
                <a:cs typeface="Lato" panose="020F0502020204030203" pitchFamily="34" charset="0"/>
              </a:rPr>
              <a:t>	</a:t>
            </a:r>
            <a:r>
              <a:rPr lang="fr-FR" sz="1600" dirty="0">
                <a:solidFill>
                  <a:schemeClr val="tx1">
                    <a:lumMod val="90000"/>
                    <a:lumOff val="10000"/>
                  </a:schemeClr>
                </a:solidFill>
                <a:latin typeface="Aptos" panose="020B0004020202020204" pitchFamily="34" charset="0"/>
                <a:ea typeface="Lato" panose="020F0502020204030203" pitchFamily="34" charset="0"/>
                <a:cs typeface="Lato" panose="020F0502020204030203" pitchFamily="34" charset="0"/>
              </a:rPr>
              <a:t>Tel. 		06 19 72 06 69</a:t>
            </a:r>
          </a:p>
        </p:txBody>
      </p:sp>
    </p:spTree>
    <p:extLst>
      <p:ext uri="{BB962C8B-B14F-4D97-AF65-F5344CB8AC3E}">
        <p14:creationId xmlns:p14="http://schemas.microsoft.com/office/powerpoint/2010/main" val="33990992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SAMMPO 02">
      <a:dk1>
        <a:srgbClr val="1B1C1F"/>
      </a:dk1>
      <a:lt1>
        <a:sysClr val="window" lastClr="FFFFFF"/>
      </a:lt1>
      <a:dk2>
        <a:srgbClr val="20307E"/>
      </a:dk2>
      <a:lt2>
        <a:srgbClr val="F8F8FA"/>
      </a:lt2>
      <a:accent1>
        <a:srgbClr val="D6283D"/>
      </a:accent1>
      <a:accent2>
        <a:srgbClr val="457B9D"/>
      </a:accent2>
      <a:accent3>
        <a:srgbClr val="3D3D3D"/>
      </a:accent3>
      <a:accent4>
        <a:srgbClr val="2FB3B0"/>
      </a:accent4>
      <a:accent5>
        <a:srgbClr val="4A5198"/>
      </a:accent5>
      <a:accent6>
        <a:srgbClr val="70AD47"/>
      </a:accent6>
      <a:hlink>
        <a:srgbClr val="954F72"/>
      </a:hlink>
      <a:folHlink>
        <a:srgbClr val="AEABAB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>
            <a:lumMod val="20000"/>
            <a:lumOff val="80000"/>
          </a:schemeClr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41498</TotalTime>
  <Words>71</Words>
  <Application>Microsoft Office PowerPoint</Application>
  <PresentationFormat>Widescreen</PresentationFormat>
  <Paragraphs>11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Black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Vincent Moschetta</dc:creator>
  <cp:lastModifiedBy>Vincent Moschetta</cp:lastModifiedBy>
  <cp:revision>1347</cp:revision>
  <dcterms:created xsi:type="dcterms:W3CDTF">2025-05-09T11:21:43Z</dcterms:created>
  <dcterms:modified xsi:type="dcterms:W3CDTF">2025-11-17T09:24:56Z</dcterms:modified>
</cp:coreProperties>
</file>