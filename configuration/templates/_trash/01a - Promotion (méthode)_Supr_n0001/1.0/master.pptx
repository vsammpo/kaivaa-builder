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842" r:id="rId2"/>
    <p:sldId id="910" r:id="rId3"/>
    <p:sldId id="76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BA1"/>
    <a:srgbClr val="E01E76"/>
    <a:srgbClr val="FFFFFF"/>
    <a:srgbClr val="D9D9D9"/>
    <a:srgbClr val="4FD1CE"/>
    <a:srgbClr val="D2F3F2"/>
    <a:srgbClr val="000000"/>
    <a:srgbClr val="E4E7F8"/>
    <a:srgbClr val="576CD4"/>
    <a:srgbClr val="E77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98" autoAdjust="0"/>
    <p:restoredTop sz="96081" autoAdjust="0"/>
  </p:normalViewPr>
  <p:slideViewPr>
    <p:cSldViewPr snapToGrid="0">
      <p:cViewPr varScale="1">
        <p:scale>
          <a:sx n="94" d="100"/>
          <a:sy n="94" d="100"/>
        </p:scale>
        <p:origin x="738" y="312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sch\Bureau\KAIVAA\kaivaa-builder\configuration\templates\01a%20-%20Promotion%20(m&#233;thode)\1.0\maste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Analyses!$D$6</c:f>
              <c:strCache>
                <c:ptCount val="1"/>
                <c:pt idx="0">
                  <c:v>HM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cat>
            <c:numRef>
              <c:f>Analyses!$C$7:$C$130</c:f>
              <c:numCache>
                <c:formatCode>dd\ mmm\ yy</c:formatCode>
                <c:ptCount val="124"/>
                <c:pt idx="0">
                  <c:v>44060</c:v>
                </c:pt>
                <c:pt idx="1">
                  <c:v>44067</c:v>
                </c:pt>
                <c:pt idx="2">
                  <c:v>44074</c:v>
                </c:pt>
                <c:pt idx="3">
                  <c:v>44081</c:v>
                </c:pt>
                <c:pt idx="4">
                  <c:v>44088</c:v>
                </c:pt>
                <c:pt idx="5">
                  <c:v>44095</c:v>
                </c:pt>
                <c:pt idx="6">
                  <c:v>44102</c:v>
                </c:pt>
                <c:pt idx="7">
                  <c:v>44109</c:v>
                </c:pt>
                <c:pt idx="8">
                  <c:v>44116</c:v>
                </c:pt>
                <c:pt idx="9">
                  <c:v>44123</c:v>
                </c:pt>
                <c:pt idx="10">
                  <c:v>44130</c:v>
                </c:pt>
                <c:pt idx="11">
                  <c:v>44137</c:v>
                </c:pt>
                <c:pt idx="12">
                  <c:v>44144</c:v>
                </c:pt>
                <c:pt idx="13">
                  <c:v>44151</c:v>
                </c:pt>
                <c:pt idx="14">
                  <c:v>44158</c:v>
                </c:pt>
                <c:pt idx="15">
                  <c:v>44165</c:v>
                </c:pt>
                <c:pt idx="16">
                  <c:v>44172</c:v>
                </c:pt>
                <c:pt idx="17">
                  <c:v>44179</c:v>
                </c:pt>
                <c:pt idx="18">
                  <c:v>44186</c:v>
                </c:pt>
                <c:pt idx="19">
                  <c:v>44193</c:v>
                </c:pt>
                <c:pt idx="20">
                  <c:v>44200</c:v>
                </c:pt>
                <c:pt idx="21">
                  <c:v>44207</c:v>
                </c:pt>
                <c:pt idx="22">
                  <c:v>44214</c:v>
                </c:pt>
                <c:pt idx="23">
                  <c:v>44221</c:v>
                </c:pt>
                <c:pt idx="24">
                  <c:v>44228</c:v>
                </c:pt>
                <c:pt idx="25">
                  <c:v>44235</c:v>
                </c:pt>
                <c:pt idx="26">
                  <c:v>44242</c:v>
                </c:pt>
                <c:pt idx="27">
                  <c:v>44249</c:v>
                </c:pt>
                <c:pt idx="28">
                  <c:v>44256</c:v>
                </c:pt>
                <c:pt idx="29">
                  <c:v>44263</c:v>
                </c:pt>
                <c:pt idx="30">
                  <c:v>44270</c:v>
                </c:pt>
                <c:pt idx="31">
                  <c:v>44277</c:v>
                </c:pt>
                <c:pt idx="32">
                  <c:v>44284</c:v>
                </c:pt>
                <c:pt idx="33">
                  <c:v>44291</c:v>
                </c:pt>
                <c:pt idx="34">
                  <c:v>44298</c:v>
                </c:pt>
                <c:pt idx="35">
                  <c:v>44305</c:v>
                </c:pt>
                <c:pt idx="36">
                  <c:v>44312</c:v>
                </c:pt>
                <c:pt idx="37">
                  <c:v>44319</c:v>
                </c:pt>
                <c:pt idx="38">
                  <c:v>44326</c:v>
                </c:pt>
                <c:pt idx="39">
                  <c:v>44333</c:v>
                </c:pt>
                <c:pt idx="40">
                  <c:v>44340</c:v>
                </c:pt>
                <c:pt idx="41">
                  <c:v>44347</c:v>
                </c:pt>
                <c:pt idx="42">
                  <c:v>44354</c:v>
                </c:pt>
                <c:pt idx="43">
                  <c:v>44361</c:v>
                </c:pt>
                <c:pt idx="44">
                  <c:v>44368</c:v>
                </c:pt>
                <c:pt idx="45">
                  <c:v>44375</c:v>
                </c:pt>
                <c:pt idx="46">
                  <c:v>44382</c:v>
                </c:pt>
                <c:pt idx="47">
                  <c:v>44389</c:v>
                </c:pt>
                <c:pt idx="48">
                  <c:v>44396</c:v>
                </c:pt>
                <c:pt idx="49">
                  <c:v>44403</c:v>
                </c:pt>
                <c:pt idx="50">
                  <c:v>44410</c:v>
                </c:pt>
                <c:pt idx="51">
                  <c:v>44417</c:v>
                </c:pt>
                <c:pt idx="52">
                  <c:v>44424</c:v>
                </c:pt>
                <c:pt idx="53">
                  <c:v>44431</c:v>
                </c:pt>
                <c:pt idx="54">
                  <c:v>44438</c:v>
                </c:pt>
                <c:pt idx="55">
                  <c:v>44445</c:v>
                </c:pt>
                <c:pt idx="56">
                  <c:v>44452</c:v>
                </c:pt>
                <c:pt idx="57">
                  <c:v>44459</c:v>
                </c:pt>
                <c:pt idx="58">
                  <c:v>44466</c:v>
                </c:pt>
                <c:pt idx="59">
                  <c:v>44473</c:v>
                </c:pt>
                <c:pt idx="60">
                  <c:v>44480</c:v>
                </c:pt>
                <c:pt idx="61">
                  <c:v>44487</c:v>
                </c:pt>
                <c:pt idx="62">
                  <c:v>44494</c:v>
                </c:pt>
                <c:pt idx="63">
                  <c:v>44501</c:v>
                </c:pt>
                <c:pt idx="64">
                  <c:v>44508</c:v>
                </c:pt>
                <c:pt idx="65">
                  <c:v>44515</c:v>
                </c:pt>
                <c:pt idx="66">
                  <c:v>44522</c:v>
                </c:pt>
                <c:pt idx="67">
                  <c:v>44529</c:v>
                </c:pt>
                <c:pt idx="68">
                  <c:v>44536</c:v>
                </c:pt>
                <c:pt idx="69">
                  <c:v>44543</c:v>
                </c:pt>
                <c:pt idx="70">
                  <c:v>44550</c:v>
                </c:pt>
                <c:pt idx="71">
                  <c:v>44557</c:v>
                </c:pt>
                <c:pt idx="72">
                  <c:v>44564</c:v>
                </c:pt>
                <c:pt idx="73">
                  <c:v>44571</c:v>
                </c:pt>
                <c:pt idx="74">
                  <c:v>44578</c:v>
                </c:pt>
                <c:pt idx="75">
                  <c:v>44585</c:v>
                </c:pt>
                <c:pt idx="76">
                  <c:v>44592</c:v>
                </c:pt>
                <c:pt idx="77">
                  <c:v>44599</c:v>
                </c:pt>
                <c:pt idx="78">
                  <c:v>44606</c:v>
                </c:pt>
                <c:pt idx="79">
                  <c:v>44613</c:v>
                </c:pt>
                <c:pt idx="80">
                  <c:v>44620</c:v>
                </c:pt>
                <c:pt idx="81">
                  <c:v>44627</c:v>
                </c:pt>
                <c:pt idx="82">
                  <c:v>44634</c:v>
                </c:pt>
                <c:pt idx="83">
                  <c:v>44641</c:v>
                </c:pt>
                <c:pt idx="84">
                  <c:v>44648</c:v>
                </c:pt>
                <c:pt idx="85">
                  <c:v>44655</c:v>
                </c:pt>
                <c:pt idx="86">
                  <c:v>44662</c:v>
                </c:pt>
                <c:pt idx="87">
                  <c:v>44669</c:v>
                </c:pt>
                <c:pt idx="88">
                  <c:v>44676</c:v>
                </c:pt>
                <c:pt idx="89">
                  <c:v>44683</c:v>
                </c:pt>
                <c:pt idx="90">
                  <c:v>44690</c:v>
                </c:pt>
                <c:pt idx="91">
                  <c:v>44697</c:v>
                </c:pt>
                <c:pt idx="92">
                  <c:v>44704</c:v>
                </c:pt>
                <c:pt idx="93">
                  <c:v>44711</c:v>
                </c:pt>
                <c:pt idx="94">
                  <c:v>44718</c:v>
                </c:pt>
                <c:pt idx="95">
                  <c:v>44725</c:v>
                </c:pt>
                <c:pt idx="96">
                  <c:v>44732</c:v>
                </c:pt>
                <c:pt idx="97">
                  <c:v>44739</c:v>
                </c:pt>
                <c:pt idx="98">
                  <c:v>44746</c:v>
                </c:pt>
                <c:pt idx="99">
                  <c:v>44753</c:v>
                </c:pt>
                <c:pt idx="100">
                  <c:v>44760</c:v>
                </c:pt>
                <c:pt idx="101">
                  <c:v>44767</c:v>
                </c:pt>
                <c:pt idx="102">
                  <c:v>44774</c:v>
                </c:pt>
                <c:pt idx="103">
                  <c:v>44781</c:v>
                </c:pt>
                <c:pt idx="104">
                  <c:v>44788</c:v>
                </c:pt>
                <c:pt idx="105">
                  <c:v>44795</c:v>
                </c:pt>
                <c:pt idx="106">
                  <c:v>44802</c:v>
                </c:pt>
                <c:pt idx="107">
                  <c:v>44809</c:v>
                </c:pt>
                <c:pt idx="108">
                  <c:v>44816</c:v>
                </c:pt>
                <c:pt idx="109">
                  <c:v>44823</c:v>
                </c:pt>
                <c:pt idx="110">
                  <c:v>44830</c:v>
                </c:pt>
                <c:pt idx="111">
                  <c:v>44837</c:v>
                </c:pt>
                <c:pt idx="112">
                  <c:v>44844</c:v>
                </c:pt>
                <c:pt idx="113">
                  <c:v>44851</c:v>
                </c:pt>
                <c:pt idx="114">
                  <c:v>44858</c:v>
                </c:pt>
                <c:pt idx="115">
                  <c:v>44865</c:v>
                </c:pt>
                <c:pt idx="116">
                  <c:v>44872</c:v>
                </c:pt>
                <c:pt idx="117">
                  <c:v>44879</c:v>
                </c:pt>
                <c:pt idx="118">
                  <c:v>44886</c:v>
                </c:pt>
                <c:pt idx="119">
                  <c:v>44893</c:v>
                </c:pt>
                <c:pt idx="120">
                  <c:v>44900</c:v>
                </c:pt>
                <c:pt idx="121">
                  <c:v>44907</c:v>
                </c:pt>
                <c:pt idx="122">
                  <c:v>44914</c:v>
                </c:pt>
                <c:pt idx="123">
                  <c:v>44921</c:v>
                </c:pt>
              </c:numCache>
            </c:numRef>
          </c:cat>
          <c:val>
            <c:numRef>
              <c:f>Analyses!$D$7:$D$130</c:f>
              <c:numCache>
                <c:formatCode>General</c:formatCode>
                <c:ptCount val="124"/>
                <c:pt idx="0">
                  <c:v>17691.705999999991</c:v>
                </c:pt>
                <c:pt idx="1">
                  <c:v>20521.718000000004</c:v>
                </c:pt>
                <c:pt idx="2">
                  <c:v>19244.625999999997</c:v>
                </c:pt>
                <c:pt idx="3">
                  <c:v>22087.310999999998</c:v>
                </c:pt>
                <c:pt idx="4">
                  <c:v>16443.369000000002</c:v>
                </c:pt>
                <c:pt idx="5">
                  <c:v>15313.893999999998</c:v>
                </c:pt>
                <c:pt idx="6">
                  <c:v>16533.784000000003</c:v>
                </c:pt>
                <c:pt idx="7">
                  <c:v>18250.056</c:v>
                </c:pt>
                <c:pt idx="8">
                  <c:v>10607.744000000001</c:v>
                </c:pt>
                <c:pt idx="9">
                  <c:v>13473.530999999997</c:v>
                </c:pt>
                <c:pt idx="10">
                  <c:v>15347.436999999996</c:v>
                </c:pt>
                <c:pt idx="11">
                  <c:v>21770.321000000004</c:v>
                </c:pt>
                <c:pt idx="12">
                  <c:v>29848.793000000001</c:v>
                </c:pt>
                <c:pt idx="13">
                  <c:v>30289.502</c:v>
                </c:pt>
                <c:pt idx="14">
                  <c:v>31222.537999999997</c:v>
                </c:pt>
                <c:pt idx="15">
                  <c:v>18214.714999999997</c:v>
                </c:pt>
                <c:pt idx="16">
                  <c:v>21787.859</c:v>
                </c:pt>
                <c:pt idx="17">
                  <c:v>25598.498000000003</c:v>
                </c:pt>
                <c:pt idx="18">
                  <c:v>27239.674999999999</c:v>
                </c:pt>
                <c:pt idx="19">
                  <c:v>27056.279999999995</c:v>
                </c:pt>
                <c:pt idx="20">
                  <c:v>17865.611000000004</c:v>
                </c:pt>
                <c:pt idx="21">
                  <c:v>18854.223000000002</c:v>
                </c:pt>
                <c:pt idx="22">
                  <c:v>25802.352000000006</c:v>
                </c:pt>
                <c:pt idx="23">
                  <c:v>26916.820999999996</c:v>
                </c:pt>
                <c:pt idx="24">
                  <c:v>23637.196999999996</c:v>
                </c:pt>
                <c:pt idx="25">
                  <c:v>16190.005999999998</c:v>
                </c:pt>
                <c:pt idx="26">
                  <c:v>16281.448999999993</c:v>
                </c:pt>
                <c:pt idx="27">
                  <c:v>20331.891999999993</c:v>
                </c:pt>
                <c:pt idx="28">
                  <c:v>13366.583999999999</c:v>
                </c:pt>
                <c:pt idx="29">
                  <c:v>10232.871999999999</c:v>
                </c:pt>
                <c:pt idx="30">
                  <c:v>9695.9729999999981</c:v>
                </c:pt>
                <c:pt idx="31">
                  <c:v>14549.352000000001</c:v>
                </c:pt>
                <c:pt idx="32">
                  <c:v>16401.511000000002</c:v>
                </c:pt>
                <c:pt idx="33">
                  <c:v>22378.975000000006</c:v>
                </c:pt>
                <c:pt idx="34">
                  <c:v>22483.423999999999</c:v>
                </c:pt>
                <c:pt idx="35">
                  <c:v>22857.175000000003</c:v>
                </c:pt>
                <c:pt idx="36">
                  <c:v>21926.65</c:v>
                </c:pt>
                <c:pt idx="37">
                  <c:v>10038.332999999997</c:v>
                </c:pt>
                <c:pt idx="38">
                  <c:v>13162.178999999995</c:v>
                </c:pt>
                <c:pt idx="39">
                  <c:v>18407.048999999995</c:v>
                </c:pt>
                <c:pt idx="40">
                  <c:v>23359.954000000002</c:v>
                </c:pt>
                <c:pt idx="41">
                  <c:v>21067.103000000003</c:v>
                </c:pt>
                <c:pt idx="42">
                  <c:v>22820.668999999998</c:v>
                </c:pt>
                <c:pt idx="43">
                  <c:v>22984.187999999991</c:v>
                </c:pt>
                <c:pt idx="44">
                  <c:v>14039.034000000001</c:v>
                </c:pt>
                <c:pt idx="45">
                  <c:v>9038.1769999999997</c:v>
                </c:pt>
                <c:pt idx="46">
                  <c:v>11129.707000000002</c:v>
                </c:pt>
                <c:pt idx="47">
                  <c:v>16502.866000000002</c:v>
                </c:pt>
                <c:pt idx="48">
                  <c:v>18156.336999999992</c:v>
                </c:pt>
                <c:pt idx="49">
                  <c:v>23293.832000000002</c:v>
                </c:pt>
                <c:pt idx="50">
                  <c:v>25068.574000000001</c:v>
                </c:pt>
                <c:pt idx="51">
                  <c:v>24510.304999999993</c:v>
                </c:pt>
                <c:pt idx="52">
                  <c:v>14524.870999999999</c:v>
                </c:pt>
                <c:pt idx="53">
                  <c:v>16589.821</c:v>
                </c:pt>
                <c:pt idx="54">
                  <c:v>13631.125999999995</c:v>
                </c:pt>
                <c:pt idx="55">
                  <c:v>16426.065999999999</c:v>
                </c:pt>
                <c:pt idx="56">
                  <c:v>15328.991</c:v>
                </c:pt>
                <c:pt idx="57">
                  <c:v>16046.013000000001</c:v>
                </c:pt>
                <c:pt idx="58">
                  <c:v>18978.705999999995</c:v>
                </c:pt>
                <c:pt idx="59">
                  <c:v>17912.119999999995</c:v>
                </c:pt>
                <c:pt idx="60">
                  <c:v>9332.6780000000053</c:v>
                </c:pt>
                <c:pt idx="61">
                  <c:v>11913.550999999998</c:v>
                </c:pt>
                <c:pt idx="62">
                  <c:v>14875.659</c:v>
                </c:pt>
                <c:pt idx="63">
                  <c:v>21447.867999999999</c:v>
                </c:pt>
                <c:pt idx="64">
                  <c:v>24149.130000000008</c:v>
                </c:pt>
                <c:pt idx="65">
                  <c:v>23380.813999999998</c:v>
                </c:pt>
                <c:pt idx="66">
                  <c:v>20968.970000000005</c:v>
                </c:pt>
                <c:pt idx="67">
                  <c:v>15029.817999999996</c:v>
                </c:pt>
                <c:pt idx="68">
                  <c:v>17386.577000000001</c:v>
                </c:pt>
                <c:pt idx="69">
                  <c:v>21286.261999999995</c:v>
                </c:pt>
                <c:pt idx="70">
                  <c:v>23095.011999999995</c:v>
                </c:pt>
                <c:pt idx="71">
                  <c:v>22959.293999999994</c:v>
                </c:pt>
                <c:pt idx="72">
                  <c:v>25012.53</c:v>
                </c:pt>
                <c:pt idx="73">
                  <c:v>24673.34</c:v>
                </c:pt>
                <c:pt idx="74">
                  <c:v>25662.987000000001</c:v>
                </c:pt>
                <c:pt idx="75">
                  <c:v>24677.840999999997</c:v>
                </c:pt>
                <c:pt idx="76">
                  <c:v>25595.527000000006</c:v>
                </c:pt>
                <c:pt idx="77">
                  <c:v>16962.534999999993</c:v>
                </c:pt>
                <c:pt idx="78">
                  <c:v>17616.681</c:v>
                </c:pt>
                <c:pt idx="79">
                  <c:v>21321.860999999997</c:v>
                </c:pt>
                <c:pt idx="80">
                  <c:v>20057.513999999996</c:v>
                </c:pt>
                <c:pt idx="81">
                  <c:v>16633.390000000003</c:v>
                </c:pt>
                <c:pt idx="82">
                  <c:v>17185.979999999996</c:v>
                </c:pt>
                <c:pt idx="83">
                  <c:v>18261.423000000003</c:v>
                </c:pt>
                <c:pt idx="84">
                  <c:v>20434.475000000006</c:v>
                </c:pt>
                <c:pt idx="85">
                  <c:v>24123.171000000006</c:v>
                </c:pt>
                <c:pt idx="86">
                  <c:v>24791.493000000002</c:v>
                </c:pt>
                <c:pt idx="87">
                  <c:v>23849.159</c:v>
                </c:pt>
                <c:pt idx="88">
                  <c:v>23684.783999999996</c:v>
                </c:pt>
                <c:pt idx="89">
                  <c:v>26639.462999999992</c:v>
                </c:pt>
                <c:pt idx="90">
                  <c:v>23558.675000000003</c:v>
                </c:pt>
                <c:pt idx="91">
                  <c:v>22621.016</c:v>
                </c:pt>
                <c:pt idx="92">
                  <c:v>17508.114999999998</c:v>
                </c:pt>
                <c:pt idx="93">
                  <c:v>18432.398999999998</c:v>
                </c:pt>
                <c:pt idx="94">
                  <c:v>21903.060999999991</c:v>
                </c:pt>
                <c:pt idx="95">
                  <c:v>21103.163000000008</c:v>
                </c:pt>
                <c:pt idx="96">
                  <c:v>22698.404000000002</c:v>
                </c:pt>
                <c:pt idx="97">
                  <c:v>16336.646999999994</c:v>
                </c:pt>
                <c:pt idx="98">
                  <c:v>18093.848000000002</c:v>
                </c:pt>
                <c:pt idx="99">
                  <c:v>19721.178</c:v>
                </c:pt>
                <c:pt idx="100">
                  <c:v>19696.645000000011</c:v>
                </c:pt>
                <c:pt idx="101">
                  <c:v>21167.778000000002</c:v>
                </c:pt>
                <c:pt idx="102">
                  <c:v>22402.180000000004</c:v>
                </c:pt>
                <c:pt idx="103">
                  <c:v>21277.89</c:v>
                </c:pt>
                <c:pt idx="104">
                  <c:v>21991.428000000004</c:v>
                </c:pt>
                <c:pt idx="105">
                  <c:v>21972.002000000004</c:v>
                </c:pt>
                <c:pt idx="106">
                  <c:v>21015.780999999999</c:v>
                </c:pt>
                <c:pt idx="107">
                  <c:v>21984.781999999999</c:v>
                </c:pt>
                <c:pt idx="108">
                  <c:v>18317.089999999989</c:v>
                </c:pt>
                <c:pt idx="109">
                  <c:v>16414.214000000004</c:v>
                </c:pt>
                <c:pt idx="110">
                  <c:v>20781.062000000002</c:v>
                </c:pt>
                <c:pt idx="111">
                  <c:v>20203.018000000004</c:v>
                </c:pt>
                <c:pt idx="112">
                  <c:v>15396.77</c:v>
                </c:pt>
                <c:pt idx="113">
                  <c:v>16819.084000000003</c:v>
                </c:pt>
                <c:pt idx="114">
                  <c:v>17712.317999999996</c:v>
                </c:pt>
                <c:pt idx="115">
                  <c:v>18917.546000000002</c:v>
                </c:pt>
                <c:pt idx="116">
                  <c:v>21519.95900000001</c:v>
                </c:pt>
                <c:pt idx="117">
                  <c:v>22651.690999999995</c:v>
                </c:pt>
                <c:pt idx="118">
                  <c:v>22064.748</c:v>
                </c:pt>
                <c:pt idx="119">
                  <c:v>22041.669999999991</c:v>
                </c:pt>
                <c:pt idx="120">
                  <c:v>21152.808000000001</c:v>
                </c:pt>
                <c:pt idx="121">
                  <c:v>22899.808000000001</c:v>
                </c:pt>
                <c:pt idx="122">
                  <c:v>23598.067000000003</c:v>
                </c:pt>
                <c:pt idx="123">
                  <c:v>22457.340000000004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9F-445B-B78A-15F01B6983FC}"/>
            </c:ext>
          </c:extLst>
        </c:ser>
        <c:ser>
          <c:idx val="1"/>
          <c:order val="1"/>
          <c:tx>
            <c:strRef>
              <c:f>Analyses!$E$6</c:f>
              <c:strCache>
                <c:ptCount val="1"/>
                <c:pt idx="0">
                  <c:v>SM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cat>
            <c:numRef>
              <c:f>Analyses!$C$7:$C$130</c:f>
              <c:numCache>
                <c:formatCode>dd\ mmm\ yy</c:formatCode>
                <c:ptCount val="124"/>
                <c:pt idx="0">
                  <c:v>44060</c:v>
                </c:pt>
                <c:pt idx="1">
                  <c:v>44067</c:v>
                </c:pt>
                <c:pt idx="2">
                  <c:v>44074</c:v>
                </c:pt>
                <c:pt idx="3">
                  <c:v>44081</c:v>
                </c:pt>
                <c:pt idx="4">
                  <c:v>44088</c:v>
                </c:pt>
                <c:pt idx="5">
                  <c:v>44095</c:v>
                </c:pt>
                <c:pt idx="6">
                  <c:v>44102</c:v>
                </c:pt>
                <c:pt idx="7">
                  <c:v>44109</c:v>
                </c:pt>
                <c:pt idx="8">
                  <c:v>44116</c:v>
                </c:pt>
                <c:pt idx="9">
                  <c:v>44123</c:v>
                </c:pt>
                <c:pt idx="10">
                  <c:v>44130</c:v>
                </c:pt>
                <c:pt idx="11">
                  <c:v>44137</c:v>
                </c:pt>
                <c:pt idx="12">
                  <c:v>44144</c:v>
                </c:pt>
                <c:pt idx="13">
                  <c:v>44151</c:v>
                </c:pt>
                <c:pt idx="14">
                  <c:v>44158</c:v>
                </c:pt>
                <c:pt idx="15">
                  <c:v>44165</c:v>
                </c:pt>
                <c:pt idx="16">
                  <c:v>44172</c:v>
                </c:pt>
                <c:pt idx="17">
                  <c:v>44179</c:v>
                </c:pt>
                <c:pt idx="18">
                  <c:v>44186</c:v>
                </c:pt>
                <c:pt idx="19">
                  <c:v>44193</c:v>
                </c:pt>
                <c:pt idx="20">
                  <c:v>44200</c:v>
                </c:pt>
                <c:pt idx="21">
                  <c:v>44207</c:v>
                </c:pt>
                <c:pt idx="22">
                  <c:v>44214</c:v>
                </c:pt>
                <c:pt idx="23">
                  <c:v>44221</c:v>
                </c:pt>
                <c:pt idx="24">
                  <c:v>44228</c:v>
                </c:pt>
                <c:pt idx="25">
                  <c:v>44235</c:v>
                </c:pt>
                <c:pt idx="26">
                  <c:v>44242</c:v>
                </c:pt>
                <c:pt idx="27">
                  <c:v>44249</c:v>
                </c:pt>
                <c:pt idx="28">
                  <c:v>44256</c:v>
                </c:pt>
                <c:pt idx="29">
                  <c:v>44263</c:v>
                </c:pt>
                <c:pt idx="30">
                  <c:v>44270</c:v>
                </c:pt>
                <c:pt idx="31">
                  <c:v>44277</c:v>
                </c:pt>
                <c:pt idx="32">
                  <c:v>44284</c:v>
                </c:pt>
                <c:pt idx="33">
                  <c:v>44291</c:v>
                </c:pt>
                <c:pt idx="34">
                  <c:v>44298</c:v>
                </c:pt>
                <c:pt idx="35">
                  <c:v>44305</c:v>
                </c:pt>
                <c:pt idx="36">
                  <c:v>44312</c:v>
                </c:pt>
                <c:pt idx="37">
                  <c:v>44319</c:v>
                </c:pt>
                <c:pt idx="38">
                  <c:v>44326</c:v>
                </c:pt>
                <c:pt idx="39">
                  <c:v>44333</c:v>
                </c:pt>
                <c:pt idx="40">
                  <c:v>44340</c:v>
                </c:pt>
                <c:pt idx="41">
                  <c:v>44347</c:v>
                </c:pt>
                <c:pt idx="42">
                  <c:v>44354</c:v>
                </c:pt>
                <c:pt idx="43">
                  <c:v>44361</c:v>
                </c:pt>
                <c:pt idx="44">
                  <c:v>44368</c:v>
                </c:pt>
                <c:pt idx="45">
                  <c:v>44375</c:v>
                </c:pt>
                <c:pt idx="46">
                  <c:v>44382</c:v>
                </c:pt>
                <c:pt idx="47">
                  <c:v>44389</c:v>
                </c:pt>
                <c:pt idx="48">
                  <c:v>44396</c:v>
                </c:pt>
                <c:pt idx="49">
                  <c:v>44403</c:v>
                </c:pt>
                <c:pt idx="50">
                  <c:v>44410</c:v>
                </c:pt>
                <c:pt idx="51">
                  <c:v>44417</c:v>
                </c:pt>
                <c:pt idx="52">
                  <c:v>44424</c:v>
                </c:pt>
                <c:pt idx="53">
                  <c:v>44431</c:v>
                </c:pt>
                <c:pt idx="54">
                  <c:v>44438</c:v>
                </c:pt>
                <c:pt idx="55">
                  <c:v>44445</c:v>
                </c:pt>
                <c:pt idx="56">
                  <c:v>44452</c:v>
                </c:pt>
                <c:pt idx="57">
                  <c:v>44459</c:v>
                </c:pt>
                <c:pt idx="58">
                  <c:v>44466</c:v>
                </c:pt>
                <c:pt idx="59">
                  <c:v>44473</c:v>
                </c:pt>
                <c:pt idx="60">
                  <c:v>44480</c:v>
                </c:pt>
                <c:pt idx="61">
                  <c:v>44487</c:v>
                </c:pt>
                <c:pt idx="62">
                  <c:v>44494</c:v>
                </c:pt>
                <c:pt idx="63">
                  <c:v>44501</c:v>
                </c:pt>
                <c:pt idx="64">
                  <c:v>44508</c:v>
                </c:pt>
                <c:pt idx="65">
                  <c:v>44515</c:v>
                </c:pt>
                <c:pt idx="66">
                  <c:v>44522</c:v>
                </c:pt>
                <c:pt idx="67">
                  <c:v>44529</c:v>
                </c:pt>
                <c:pt idx="68">
                  <c:v>44536</c:v>
                </c:pt>
                <c:pt idx="69">
                  <c:v>44543</c:v>
                </c:pt>
                <c:pt idx="70">
                  <c:v>44550</c:v>
                </c:pt>
                <c:pt idx="71">
                  <c:v>44557</c:v>
                </c:pt>
                <c:pt idx="72">
                  <c:v>44564</c:v>
                </c:pt>
                <c:pt idx="73">
                  <c:v>44571</c:v>
                </c:pt>
                <c:pt idx="74">
                  <c:v>44578</c:v>
                </c:pt>
                <c:pt idx="75">
                  <c:v>44585</c:v>
                </c:pt>
                <c:pt idx="76">
                  <c:v>44592</c:v>
                </c:pt>
                <c:pt idx="77">
                  <c:v>44599</c:v>
                </c:pt>
                <c:pt idx="78">
                  <c:v>44606</c:v>
                </c:pt>
                <c:pt idx="79">
                  <c:v>44613</c:v>
                </c:pt>
                <c:pt idx="80">
                  <c:v>44620</c:v>
                </c:pt>
                <c:pt idx="81">
                  <c:v>44627</c:v>
                </c:pt>
                <c:pt idx="82">
                  <c:v>44634</c:v>
                </c:pt>
                <c:pt idx="83">
                  <c:v>44641</c:v>
                </c:pt>
                <c:pt idx="84">
                  <c:v>44648</c:v>
                </c:pt>
                <c:pt idx="85">
                  <c:v>44655</c:v>
                </c:pt>
                <c:pt idx="86">
                  <c:v>44662</c:v>
                </c:pt>
                <c:pt idx="87">
                  <c:v>44669</c:v>
                </c:pt>
                <c:pt idx="88">
                  <c:v>44676</c:v>
                </c:pt>
                <c:pt idx="89">
                  <c:v>44683</c:v>
                </c:pt>
                <c:pt idx="90">
                  <c:v>44690</c:v>
                </c:pt>
                <c:pt idx="91">
                  <c:v>44697</c:v>
                </c:pt>
                <c:pt idx="92">
                  <c:v>44704</c:v>
                </c:pt>
                <c:pt idx="93">
                  <c:v>44711</c:v>
                </c:pt>
                <c:pt idx="94">
                  <c:v>44718</c:v>
                </c:pt>
                <c:pt idx="95">
                  <c:v>44725</c:v>
                </c:pt>
                <c:pt idx="96">
                  <c:v>44732</c:v>
                </c:pt>
                <c:pt idx="97">
                  <c:v>44739</c:v>
                </c:pt>
                <c:pt idx="98">
                  <c:v>44746</c:v>
                </c:pt>
                <c:pt idx="99">
                  <c:v>44753</c:v>
                </c:pt>
                <c:pt idx="100">
                  <c:v>44760</c:v>
                </c:pt>
                <c:pt idx="101">
                  <c:v>44767</c:v>
                </c:pt>
                <c:pt idx="102">
                  <c:v>44774</c:v>
                </c:pt>
                <c:pt idx="103">
                  <c:v>44781</c:v>
                </c:pt>
                <c:pt idx="104">
                  <c:v>44788</c:v>
                </c:pt>
                <c:pt idx="105">
                  <c:v>44795</c:v>
                </c:pt>
                <c:pt idx="106">
                  <c:v>44802</c:v>
                </c:pt>
                <c:pt idx="107">
                  <c:v>44809</c:v>
                </c:pt>
                <c:pt idx="108">
                  <c:v>44816</c:v>
                </c:pt>
                <c:pt idx="109">
                  <c:v>44823</c:v>
                </c:pt>
                <c:pt idx="110">
                  <c:v>44830</c:v>
                </c:pt>
                <c:pt idx="111">
                  <c:v>44837</c:v>
                </c:pt>
                <c:pt idx="112">
                  <c:v>44844</c:v>
                </c:pt>
                <c:pt idx="113">
                  <c:v>44851</c:v>
                </c:pt>
                <c:pt idx="114">
                  <c:v>44858</c:v>
                </c:pt>
                <c:pt idx="115">
                  <c:v>44865</c:v>
                </c:pt>
                <c:pt idx="116">
                  <c:v>44872</c:v>
                </c:pt>
                <c:pt idx="117">
                  <c:v>44879</c:v>
                </c:pt>
                <c:pt idx="118">
                  <c:v>44886</c:v>
                </c:pt>
                <c:pt idx="119">
                  <c:v>44893</c:v>
                </c:pt>
                <c:pt idx="120">
                  <c:v>44900</c:v>
                </c:pt>
                <c:pt idx="121">
                  <c:v>44907</c:v>
                </c:pt>
                <c:pt idx="122">
                  <c:v>44914</c:v>
                </c:pt>
                <c:pt idx="123">
                  <c:v>44921</c:v>
                </c:pt>
              </c:numCache>
            </c:numRef>
          </c:cat>
          <c:val>
            <c:numRef>
              <c:f>Analyses!$E$7:$E$130</c:f>
              <c:numCache>
                <c:formatCode>General</c:formatCode>
                <c:ptCount val="124"/>
                <c:pt idx="0">
                  <c:v>19136.767</c:v>
                </c:pt>
                <c:pt idx="1">
                  <c:v>19451.972000000002</c:v>
                </c:pt>
                <c:pt idx="2">
                  <c:v>16925.974999999995</c:v>
                </c:pt>
                <c:pt idx="3">
                  <c:v>15039.191000000001</c:v>
                </c:pt>
                <c:pt idx="4">
                  <c:v>14805.225000000002</c:v>
                </c:pt>
                <c:pt idx="5">
                  <c:v>15332.041999999999</c:v>
                </c:pt>
                <c:pt idx="6">
                  <c:v>15857.553</c:v>
                </c:pt>
                <c:pt idx="7">
                  <c:v>16744.866999999998</c:v>
                </c:pt>
                <c:pt idx="8">
                  <c:v>17871.823</c:v>
                </c:pt>
                <c:pt idx="9">
                  <c:v>19236.212000000003</c:v>
                </c:pt>
                <c:pt idx="10">
                  <c:v>14466.597999999996</c:v>
                </c:pt>
                <c:pt idx="11">
                  <c:v>20461.590000000004</c:v>
                </c:pt>
                <c:pt idx="12">
                  <c:v>25679.652999999998</c:v>
                </c:pt>
                <c:pt idx="13">
                  <c:v>26811.302</c:v>
                </c:pt>
                <c:pt idx="14">
                  <c:v>24148.192999999996</c:v>
                </c:pt>
                <c:pt idx="15">
                  <c:v>26251.674999999996</c:v>
                </c:pt>
                <c:pt idx="16">
                  <c:v>24567.606</c:v>
                </c:pt>
                <c:pt idx="17">
                  <c:v>20215.066000000003</c:v>
                </c:pt>
                <c:pt idx="18">
                  <c:v>21327.715000000007</c:v>
                </c:pt>
                <c:pt idx="19">
                  <c:v>25665.743999999999</c:v>
                </c:pt>
                <c:pt idx="20">
                  <c:v>21667.784000000007</c:v>
                </c:pt>
                <c:pt idx="21">
                  <c:v>24495.856</c:v>
                </c:pt>
                <c:pt idx="22">
                  <c:v>25202.502000000004</c:v>
                </c:pt>
                <c:pt idx="23">
                  <c:v>13635.831</c:v>
                </c:pt>
                <c:pt idx="24">
                  <c:v>15409.659000000001</c:v>
                </c:pt>
                <c:pt idx="25">
                  <c:v>16867.470000000005</c:v>
                </c:pt>
                <c:pt idx="26">
                  <c:v>20052.085000000003</c:v>
                </c:pt>
                <c:pt idx="27">
                  <c:v>20807.267</c:v>
                </c:pt>
                <c:pt idx="28">
                  <c:v>20982.078000000005</c:v>
                </c:pt>
                <c:pt idx="29">
                  <c:v>15451.617999999995</c:v>
                </c:pt>
                <c:pt idx="30">
                  <c:v>15245.434999999998</c:v>
                </c:pt>
                <c:pt idx="31">
                  <c:v>17018.16</c:v>
                </c:pt>
                <c:pt idx="32">
                  <c:v>17388.022999999997</c:v>
                </c:pt>
                <c:pt idx="33">
                  <c:v>11198.671000000002</c:v>
                </c:pt>
                <c:pt idx="34">
                  <c:v>10012.026999999998</c:v>
                </c:pt>
                <c:pt idx="35">
                  <c:v>14915.081999999999</c:v>
                </c:pt>
                <c:pt idx="36">
                  <c:v>16238.143000000002</c:v>
                </c:pt>
                <c:pt idx="37">
                  <c:v>18767.594000000001</c:v>
                </c:pt>
                <c:pt idx="38">
                  <c:v>20937.106</c:v>
                </c:pt>
                <c:pt idx="39">
                  <c:v>19891.886000000002</c:v>
                </c:pt>
                <c:pt idx="40">
                  <c:v>20423.454999999998</c:v>
                </c:pt>
                <c:pt idx="41">
                  <c:v>16435.126000000004</c:v>
                </c:pt>
                <c:pt idx="42">
                  <c:v>18848.513999999999</c:v>
                </c:pt>
                <c:pt idx="43">
                  <c:v>18853.602999999999</c:v>
                </c:pt>
                <c:pt idx="44">
                  <c:v>14822.558999999999</c:v>
                </c:pt>
                <c:pt idx="45">
                  <c:v>13631.227999999996</c:v>
                </c:pt>
                <c:pt idx="46">
                  <c:v>14191.506999999998</c:v>
                </c:pt>
                <c:pt idx="47">
                  <c:v>13630.057999999999</c:v>
                </c:pt>
                <c:pt idx="48">
                  <c:v>12784.602999999999</c:v>
                </c:pt>
                <c:pt idx="49">
                  <c:v>14802.799999999997</c:v>
                </c:pt>
                <c:pt idx="50">
                  <c:v>19555.343000000004</c:v>
                </c:pt>
                <c:pt idx="51">
                  <c:v>16453.054</c:v>
                </c:pt>
                <c:pt idx="52">
                  <c:v>16933.582999999999</c:v>
                </c:pt>
                <c:pt idx="53">
                  <c:v>17708.668000000001</c:v>
                </c:pt>
                <c:pt idx="54">
                  <c:v>16024.461000000001</c:v>
                </c:pt>
                <c:pt idx="55">
                  <c:v>17121.691000000003</c:v>
                </c:pt>
                <c:pt idx="56">
                  <c:v>17008.458999999995</c:v>
                </c:pt>
                <c:pt idx="57">
                  <c:v>9865.5279999999984</c:v>
                </c:pt>
                <c:pt idx="58">
                  <c:v>11017.411000000002</c:v>
                </c:pt>
                <c:pt idx="59">
                  <c:v>15167.295999999997</c:v>
                </c:pt>
                <c:pt idx="60">
                  <c:v>14903.304999999998</c:v>
                </c:pt>
                <c:pt idx="61">
                  <c:v>19127.389000000006</c:v>
                </c:pt>
                <c:pt idx="62">
                  <c:v>20286.821000000004</c:v>
                </c:pt>
                <c:pt idx="63">
                  <c:v>18384.440000000002</c:v>
                </c:pt>
                <c:pt idx="64">
                  <c:v>19335.694</c:v>
                </c:pt>
                <c:pt idx="65">
                  <c:v>15054.669000000004</c:v>
                </c:pt>
                <c:pt idx="66">
                  <c:v>15108.142999999998</c:v>
                </c:pt>
                <c:pt idx="67">
                  <c:v>16252.987999999999</c:v>
                </c:pt>
                <c:pt idx="68">
                  <c:v>15976.507000000001</c:v>
                </c:pt>
                <c:pt idx="69">
                  <c:v>18563.256999999998</c:v>
                </c:pt>
                <c:pt idx="70">
                  <c:v>21317.070999999996</c:v>
                </c:pt>
                <c:pt idx="71">
                  <c:v>19935.506000000001</c:v>
                </c:pt>
                <c:pt idx="72">
                  <c:v>16274.016</c:v>
                </c:pt>
                <c:pt idx="73">
                  <c:v>17005.306</c:v>
                </c:pt>
                <c:pt idx="74">
                  <c:v>19063.083999999999</c:v>
                </c:pt>
                <c:pt idx="75">
                  <c:v>16673.078999999994</c:v>
                </c:pt>
                <c:pt idx="76">
                  <c:v>14886.206000000004</c:v>
                </c:pt>
                <c:pt idx="77">
                  <c:v>18190.642999999996</c:v>
                </c:pt>
                <c:pt idx="78">
                  <c:v>18848.434000000005</c:v>
                </c:pt>
                <c:pt idx="79">
                  <c:v>15400.897000000003</c:v>
                </c:pt>
                <c:pt idx="80">
                  <c:v>15554.358999999999</c:v>
                </c:pt>
                <c:pt idx="81">
                  <c:v>16269.351999999999</c:v>
                </c:pt>
                <c:pt idx="82">
                  <c:v>17252.269999999997</c:v>
                </c:pt>
                <c:pt idx="83">
                  <c:v>18084.518</c:v>
                </c:pt>
                <c:pt idx="84">
                  <c:v>18748.68</c:v>
                </c:pt>
                <c:pt idx="85">
                  <c:v>17766.37</c:v>
                </c:pt>
                <c:pt idx="86">
                  <c:v>19438.688000000002</c:v>
                </c:pt>
                <c:pt idx="87">
                  <c:v>20660.954999999998</c:v>
                </c:pt>
                <c:pt idx="88">
                  <c:v>17665.077999999994</c:v>
                </c:pt>
                <c:pt idx="89">
                  <c:v>15588.714</c:v>
                </c:pt>
                <c:pt idx="90">
                  <c:v>14428.412</c:v>
                </c:pt>
                <c:pt idx="91">
                  <c:v>16168.060000000001</c:v>
                </c:pt>
                <c:pt idx="92">
                  <c:v>18300.243999999992</c:v>
                </c:pt>
                <c:pt idx="93">
                  <c:v>17298.184999999998</c:v>
                </c:pt>
                <c:pt idx="94">
                  <c:v>20765.686999999994</c:v>
                </c:pt>
                <c:pt idx="95">
                  <c:v>18089.740999999998</c:v>
                </c:pt>
                <c:pt idx="96">
                  <c:v>15515.734999999997</c:v>
                </c:pt>
                <c:pt idx="97">
                  <c:v>16800.164000000008</c:v>
                </c:pt>
                <c:pt idx="98">
                  <c:v>17752.860999999997</c:v>
                </c:pt>
                <c:pt idx="99">
                  <c:v>19194.681999999997</c:v>
                </c:pt>
                <c:pt idx="100">
                  <c:v>19759.401000000002</c:v>
                </c:pt>
                <c:pt idx="101">
                  <c:v>18895.877</c:v>
                </c:pt>
                <c:pt idx="102">
                  <c:v>17866.200999999997</c:v>
                </c:pt>
                <c:pt idx="103">
                  <c:v>21169.578999999998</c:v>
                </c:pt>
                <c:pt idx="104">
                  <c:v>19777.418999999998</c:v>
                </c:pt>
                <c:pt idx="105">
                  <c:v>14741.39</c:v>
                </c:pt>
                <c:pt idx="106">
                  <c:v>15137.517999999996</c:v>
                </c:pt>
                <c:pt idx="107">
                  <c:v>16878.433000000001</c:v>
                </c:pt>
                <c:pt idx="108">
                  <c:v>15693.591</c:v>
                </c:pt>
                <c:pt idx="109">
                  <c:v>13185.424999999997</c:v>
                </c:pt>
                <c:pt idx="110">
                  <c:v>12419.114</c:v>
                </c:pt>
                <c:pt idx="111">
                  <c:v>15719.070999999998</c:v>
                </c:pt>
                <c:pt idx="112">
                  <c:v>17619.987999999998</c:v>
                </c:pt>
                <c:pt idx="113">
                  <c:v>18106.544999999998</c:v>
                </c:pt>
                <c:pt idx="114">
                  <c:v>20289.544999999998</c:v>
                </c:pt>
                <c:pt idx="115">
                  <c:v>20496.566000000003</c:v>
                </c:pt>
                <c:pt idx="116">
                  <c:v>21365.320999999996</c:v>
                </c:pt>
                <c:pt idx="117">
                  <c:v>18281.907999999992</c:v>
                </c:pt>
                <c:pt idx="118">
                  <c:v>13904.224</c:v>
                </c:pt>
                <c:pt idx="119">
                  <c:v>14477.890000000001</c:v>
                </c:pt>
                <c:pt idx="120">
                  <c:v>15122.657999999998</c:v>
                </c:pt>
                <c:pt idx="121">
                  <c:v>15252.759999999997</c:v>
                </c:pt>
                <c:pt idx="122">
                  <c:v>18003.221000000001</c:v>
                </c:pt>
                <c:pt idx="123">
                  <c:v>17815.044999999995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9F-445B-B78A-15F01B6983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04645632"/>
        <c:axId val="1004648032"/>
      </c:areaChart>
      <c:dateAx>
        <c:axId val="10046456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r>
                  <a:rPr lang="fr-FR"/>
                  <a:t>Début de la semaine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fr-FR"/>
            </a:p>
          </c:txPr>
        </c:title>
        <c:numFmt formatCode="dd\ mmm\ 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fr-FR"/>
          </a:p>
        </c:txPr>
        <c:crossAx val="1004648032"/>
        <c:crosses val="autoZero"/>
        <c:auto val="1"/>
        <c:lblOffset val="100"/>
        <c:baseTimeUnit val="days"/>
      </c:dateAx>
      <c:valAx>
        <c:axId val="10046480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r>
                  <a:rPr lang="fr-FR"/>
                  <a:t>Volumes vendus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fr-FR"/>
            </a:p>
          </c:txPr>
        </c:title>
        <c:numFmt formatCode="#\ ##0&quot;K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fr-FR"/>
          </a:p>
        </c:txPr>
        <c:crossAx val="1004645632"/>
        <c:crosses val="autoZero"/>
        <c:crossBetween val="midCat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fr-F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latin typeface="+mj-lt"/>
        </a:defRPr>
      </a:pPr>
      <a:endParaRPr lang="fr-FR"/>
    </a:p>
  </c:txPr>
  <c:externalData r:id="rId3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E7438-13D2-419A-9932-DFB9ED1638C8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C6542-D4F9-462D-AAE5-C725B1FDD1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102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19E253-BF34-4048-B693-B2C41DC1FE0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7275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9443-930B-41A4-21CD-2927B3E84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847CF-A45B-FB6D-B760-18BFE5929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3A91B-4EE8-1F73-C112-6E94C0C1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727AC-4903-1C7A-DFB1-A9D72E60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AEA15-29C6-920B-4108-EE0EDC01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03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9F0B-EDDA-8463-5409-4D040B10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123EB-31F0-26A8-60B3-C1C3CF41B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0A539-5FF9-BEC9-2C07-34D9C907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B8A09-CD16-6F07-B034-616FCDDA0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3C8B5-1337-1426-49C4-C71319E9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86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FF775-FBC1-000C-C5AC-4A08DBD7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F0044-D594-1410-A255-84AE8F59F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71FA6-7A83-A1FA-D37E-9DAC54F6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687A0-6902-790B-E724-441AE91B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7EB3F-12F9-9E72-3E90-21C24FAF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997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F4935-D532-EDB3-E01B-99914063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8833B-EA29-159C-2B29-88E598B00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FA667-A66B-338D-0A59-6FC38B872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B8974-899E-0850-2630-6B22BD504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6791E-3D24-D10D-7D30-783B89D6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E620A-F6C1-8869-3493-2AB1CE634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71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5DFB-7C45-EDB5-5A88-356946077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AED48-2B35-577C-07BD-529467971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18C2E-BD71-CF94-2DBB-70505262C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23729-92B6-FF08-8695-6B3554C06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8A1D8-6F6F-35B4-A60C-4AAC709D5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CBF9FE-A0AB-5D08-4333-20E5852D4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3AE02-B5F9-6B8E-3BE3-19339C75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4AFD3-D2AF-6655-9F42-0C1359D34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887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DE38-D738-75C9-D13A-4D6789978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BF86D2-1B78-6990-77D9-E22F03C6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763FD-4BBF-BB0C-6BA2-2F0B19CA0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0D545-4BED-83A0-16B7-54907106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576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FBBBB-F93A-B2B7-C130-9F3F5103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7EA6F8-2967-0F0E-1206-A5113C19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D4928-0F9C-43B3-D788-C9C88EA7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118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AE6C-602F-C7E8-2C9E-DB64FA76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C8539-8791-7754-2269-DBD7F5AB2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124F1-A2B3-72F2-6D4F-B143EEB3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84C2F-1B07-BE90-B766-63F6DBC0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D7B46-8E4C-03C9-F7E5-CA7CABC1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C4921-89CD-1743-623C-EA534B1A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95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3A123-A8F4-C02E-BC00-3F662FDA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54629-0616-8E9C-C03D-EBAD57C38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EB9C9-74C0-D194-BD09-AA155E08A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03BCF-7933-9C8F-7829-648BC9E86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483DC-C214-E4CB-C8C0-08AAB831D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38EBB-7FBC-E049-A4D6-76364131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800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5236-4B4F-BDA8-124D-FC0D1BAF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F1A50-FBD3-70C9-76FD-A3E6C29B6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B467A-5511-F7F7-CD74-881094E6E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79695-5E7A-E938-6E3C-F03A20A8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7B77A-AEB8-9460-0B2D-8438EA5F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781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2A0A9-E938-8A2F-1C26-F22547A8F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2DA72-B28E-4855-D441-18BEF80D9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2885C-39C7-6D17-D174-81E830BC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1D502-B697-0B2A-4DB3-72E0B959C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C9A39-5A4B-43B4-52E7-597FBB05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5695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5CACD-B450-0B93-C13D-80986AE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02237-F8ED-2C90-652B-182BD04BA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866A9-E467-14E4-DF6E-8AABBAA3B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42328-F42E-449B-81BD-CD0EDE31BD71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F6AC7-9535-4342-9A8D-6B6920DDE8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F4F1F-778A-30BC-03DD-228496E80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374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Vmoschetta@sammpo.fr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malollari@sammpo.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CCF9FA-9F52-8141-4B90-7AB3DCB029F2}"/>
              </a:ext>
            </a:extLst>
          </p:cNvPr>
          <p:cNvSpPr/>
          <p:nvPr/>
        </p:nvSpPr>
        <p:spPr>
          <a:xfrm>
            <a:off x="532932" y="6405694"/>
            <a:ext cx="11126136" cy="449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fr-FR" sz="11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rPr>
              <a:t>Source : SAMMPO | Leclerc -  Etude du 22 sept 2025 | A000</a:t>
            </a:r>
            <a:endParaRPr lang="en-US" sz="1100" dirty="0">
              <a:solidFill>
                <a:schemeClr val="tx1">
                  <a:lumMod val="90000"/>
                  <a:lumOff val="10000"/>
                </a:schemeClr>
              </a:solidFill>
              <a:latin typeface="+mj-lt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Picture 3" descr="A shelf full of liquor bottles&#10;&#10;AI-generated content may be incorrect.">
            <a:extLst>
              <a:ext uri="{FF2B5EF4-FFF2-40B4-BE49-F238E27FC236}">
                <a16:creationId xmlns:a16="http://schemas.microsoft.com/office/drawing/2014/main" id="{D12DB684-02B0-6DB7-92C8-858E24388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2" b="205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F64F9D-26C5-1F03-699F-FD681655B9C7}"/>
              </a:ext>
            </a:extLst>
          </p:cNvPr>
          <p:cNvSpPr/>
          <p:nvPr/>
        </p:nvSpPr>
        <p:spPr>
          <a:xfrm>
            <a:off x="1514475" y="1479792"/>
            <a:ext cx="9163050" cy="3898416"/>
          </a:xfrm>
          <a:prstGeom prst="roundRect">
            <a:avLst>
              <a:gd name="adj" fmla="val 6534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800" i="1" dirty="0">
              <a:solidFill>
                <a:schemeClr val="tx1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F1B23E-8FE1-F1AB-1F19-B7F5A7883D4C}"/>
              </a:ext>
            </a:extLst>
          </p:cNvPr>
          <p:cNvSpPr/>
          <p:nvPr/>
        </p:nvSpPr>
        <p:spPr>
          <a:xfrm>
            <a:off x="2293586" y="4080453"/>
            <a:ext cx="7855349" cy="514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B1C1F"/>
                </a:solidFill>
                <a:effectLst/>
                <a:uLnTx/>
                <a:uFillTx/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Sous titre du </a:t>
            </a:r>
            <a:r>
              <a:rPr kumimoji="0" lang="fr-FR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1B1C1F"/>
                </a:solidFill>
                <a:effectLst/>
                <a:uLnTx/>
                <a:uFillTx/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template</a:t>
            </a:r>
            <a:endParaRPr kumimoji="0" lang="fr-FR" sz="2000" b="0" i="1" u="none" strike="noStrike" kern="1200" cap="none" spc="0" normalizeH="0" baseline="0" noProof="0" dirty="0">
              <a:ln>
                <a:noFill/>
              </a:ln>
              <a:solidFill>
                <a:srgbClr val="1B1C1F"/>
              </a:solidFill>
              <a:effectLst/>
              <a:uLnTx/>
              <a:uFillTx/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1AA328-0521-4125-DC34-19AD94F6BE82}"/>
              </a:ext>
            </a:extLst>
          </p:cNvPr>
          <p:cNvSpPr/>
          <p:nvPr/>
        </p:nvSpPr>
        <p:spPr>
          <a:xfrm>
            <a:off x="2293586" y="3529246"/>
            <a:ext cx="7855349" cy="514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srgbClr val="1B1C1F"/>
                </a:solidFill>
                <a:effectLst/>
                <a:uLnTx/>
                <a:uFillTx/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Titre du </a:t>
            </a:r>
            <a:r>
              <a:rPr kumimoji="0" lang="fr-FR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1B1C1F"/>
                </a:solidFill>
                <a:effectLst/>
                <a:uLnTx/>
                <a:uFillTx/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template</a:t>
            </a:r>
            <a:endParaRPr kumimoji="0" lang="fr-FR" sz="3600" b="1" i="0" u="none" strike="noStrike" kern="1200" cap="none" spc="0" normalizeH="0" baseline="0" noProof="0" dirty="0">
              <a:ln>
                <a:noFill/>
              </a:ln>
              <a:solidFill>
                <a:srgbClr val="1B1C1F"/>
              </a:solidFill>
              <a:effectLst/>
              <a:uLnTx/>
              <a:uFillTx/>
              <a:latin typeface="Aptos Black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CD2B11C-ED00-1F0B-19EF-26CEB39D442C}"/>
              </a:ext>
            </a:extLst>
          </p:cNvPr>
          <p:cNvGrpSpPr/>
          <p:nvPr/>
        </p:nvGrpSpPr>
        <p:grpSpPr>
          <a:xfrm>
            <a:off x="2168326" y="2036008"/>
            <a:ext cx="7855349" cy="732592"/>
            <a:chOff x="2293586" y="2036008"/>
            <a:chExt cx="7855349" cy="73259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362B3FB-99D5-1C13-8861-C58B61311075}"/>
                </a:ext>
              </a:extLst>
            </p:cNvPr>
            <p:cNvCxnSpPr>
              <a:cxnSpLocks/>
            </p:cNvCxnSpPr>
            <p:nvPr/>
          </p:nvCxnSpPr>
          <p:spPr>
            <a:xfrm>
              <a:off x="2293586" y="2402304"/>
              <a:ext cx="3069722" cy="0"/>
            </a:xfrm>
            <a:prstGeom prst="line">
              <a:avLst/>
            </a:prstGeom>
            <a:ln w="19050">
              <a:solidFill>
                <a:schemeClr val="tx1">
                  <a:lumMod val="25000"/>
                  <a:lumOff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 descr="A black square with white text and a white circle&#10;&#10;AI-generated content may be incorrect.">
              <a:extLst>
                <a:ext uri="{FF2B5EF4-FFF2-40B4-BE49-F238E27FC236}">
                  <a16:creationId xmlns:a16="http://schemas.microsoft.com/office/drawing/2014/main" id="{C64784ED-5EA4-47A5-5153-062171C5A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5206" y="2036008"/>
              <a:ext cx="732108" cy="732592"/>
            </a:xfrm>
            <a:prstGeom prst="round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93F5A8D-2513-65CA-53BE-45845430BA43}"/>
                </a:ext>
              </a:extLst>
            </p:cNvPr>
            <p:cNvCxnSpPr>
              <a:cxnSpLocks/>
            </p:cNvCxnSpPr>
            <p:nvPr/>
          </p:nvCxnSpPr>
          <p:spPr>
            <a:xfrm>
              <a:off x="7079213" y="2402304"/>
              <a:ext cx="3069722" cy="0"/>
            </a:xfrm>
            <a:prstGeom prst="line">
              <a:avLst/>
            </a:prstGeom>
            <a:ln w="19050">
              <a:solidFill>
                <a:schemeClr val="tx1">
                  <a:lumMod val="25000"/>
                  <a:lumOff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74484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184A4-82CD-1A24-A7A5-DCA80D35E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00DDCD4-54E1-A86A-40B4-6D8112C2D2F2}"/>
              </a:ext>
            </a:extLst>
          </p:cNvPr>
          <p:cNvSpPr/>
          <p:nvPr/>
        </p:nvSpPr>
        <p:spPr>
          <a:xfrm>
            <a:off x="-1" y="1403928"/>
            <a:ext cx="12192001" cy="4985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fr-FR" sz="1600" b="1" noProof="0" dirty="0">
              <a:solidFill>
                <a:schemeClr val="accent3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EBF34E-CC30-85F6-4971-59760F46564F}"/>
              </a:ext>
            </a:extLst>
          </p:cNvPr>
          <p:cNvSpPr/>
          <p:nvPr/>
        </p:nvSpPr>
        <p:spPr>
          <a:xfrm>
            <a:off x="532932" y="611296"/>
            <a:ext cx="226904" cy="22690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fr-FR" sz="1600" b="1" noProof="0" dirty="0">
              <a:solidFill>
                <a:schemeClr val="accent3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55C85-C43E-606F-00DC-6E1429062E20}"/>
              </a:ext>
            </a:extLst>
          </p:cNvPr>
          <p:cNvSpPr txBox="1"/>
          <p:nvPr/>
        </p:nvSpPr>
        <p:spPr>
          <a:xfrm>
            <a:off x="898070" y="246278"/>
            <a:ext cx="10535160" cy="340735"/>
          </a:xfrm>
          <a:prstGeom prst="rect">
            <a:avLst/>
          </a:prstGeom>
          <a:noFill/>
        </p:spPr>
        <p:txBody>
          <a:bodyPr wrap="square" lIns="0" tIns="46800" rIns="0" bIns="46800" rtlCol="0" anchor="ctr">
            <a:spAutoFit/>
          </a:bodyPr>
          <a:lstStyle/>
          <a:p>
            <a:r>
              <a:rPr lang="fr-FR" sz="1600" noProof="0" dirty="0">
                <a:latin typeface="Aptos" panose="020B0004020202020204" pitchFamily="34" charset="0"/>
              </a:rPr>
              <a:t>Partie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40A8E-8563-5D81-A06C-B587AEF72130}"/>
              </a:ext>
            </a:extLst>
          </p:cNvPr>
          <p:cNvSpPr txBox="1"/>
          <p:nvPr/>
        </p:nvSpPr>
        <p:spPr>
          <a:xfrm>
            <a:off x="898070" y="492774"/>
            <a:ext cx="11092497" cy="463846"/>
          </a:xfrm>
          <a:prstGeom prst="rect">
            <a:avLst/>
          </a:prstGeom>
          <a:noFill/>
        </p:spPr>
        <p:txBody>
          <a:bodyPr wrap="square" lIns="0" tIns="46800" rIns="0" bIns="46800" rtlCol="0" anchor="t">
            <a:spAutoFit/>
          </a:bodyPr>
          <a:lstStyle/>
          <a:p>
            <a:r>
              <a:rPr lang="fr-FR" sz="2400" b="1" noProof="0" dirty="0">
                <a:latin typeface="Aptos Black" panose="020B0004020202020204" pitchFamily="34" charset="0"/>
              </a:rPr>
              <a:t>Volumes de ventes de la marque [Marque] sur la période.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4BF162F-C353-E835-5093-40F856403A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3268474"/>
              </p:ext>
            </p:extLst>
          </p:nvPr>
        </p:nvGraphicFramePr>
        <p:xfrm>
          <a:off x="532932" y="1849120"/>
          <a:ext cx="11222188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14B89E9-14FB-D35E-F3A2-1354A2252B67}"/>
              </a:ext>
            </a:extLst>
          </p:cNvPr>
          <p:cNvSpPr/>
          <p:nvPr/>
        </p:nvSpPr>
        <p:spPr>
          <a:xfrm>
            <a:off x="532931" y="6405694"/>
            <a:ext cx="11234575" cy="449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fr-FR" sz="1100" dirty="0">
                <a:solidFill>
                  <a:schemeClr val="accent3"/>
                </a:solidFill>
                <a:ea typeface="Lato" panose="020F0502020204030203" pitchFamily="34" charset="0"/>
                <a:cs typeface="Lato" panose="020F0502020204030203" pitchFamily="34" charset="0"/>
              </a:rPr>
              <a:t>Source : </a:t>
            </a:r>
            <a:r>
              <a:rPr lang="fr-FR" sz="1100">
                <a:solidFill>
                  <a:schemeClr val="accent3"/>
                </a:solidFill>
                <a:ea typeface="Lato" panose="020F0502020204030203" pitchFamily="34" charset="0"/>
                <a:cs typeface="Lato" panose="020F0502020204030203" pitchFamily="34" charset="0"/>
              </a:rPr>
              <a:t>SAMMPO | </a:t>
            </a:r>
            <a:r>
              <a:rPr lang="fr-FR" sz="1100" dirty="0">
                <a:solidFill>
                  <a:schemeClr val="accent3"/>
                </a:solidFill>
                <a:ea typeface="Lato" panose="020F0502020204030203" pitchFamily="34" charset="0"/>
                <a:cs typeface="Lato" panose="020F0502020204030203" pitchFamily="34" charset="0"/>
              </a:rPr>
              <a:t>A001 </a:t>
            </a:r>
            <a:endParaRPr lang="en-US" sz="1100" dirty="0">
              <a:solidFill>
                <a:schemeClr val="accent3"/>
              </a:solidFill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488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untry road along the side of mountains">
            <a:extLst>
              <a:ext uri="{FF2B5EF4-FFF2-40B4-BE49-F238E27FC236}">
                <a16:creationId xmlns:a16="http://schemas.microsoft.com/office/drawing/2014/main" id="{F5308F07-B49D-2B14-72C3-8E1EC1193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8" b="1010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D808BD-E320-2008-8597-189AF6CF8D08}"/>
              </a:ext>
            </a:extLst>
          </p:cNvPr>
          <p:cNvSpPr/>
          <p:nvPr/>
        </p:nvSpPr>
        <p:spPr>
          <a:xfrm>
            <a:off x="2074127" y="1328286"/>
            <a:ext cx="8043746" cy="4201428"/>
          </a:xfrm>
          <a:prstGeom prst="roundRect">
            <a:avLst>
              <a:gd name="adj" fmla="val 5670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4400" b="1" dirty="0">
                <a:solidFill>
                  <a:schemeClr val="tx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Contactez-nous</a:t>
            </a:r>
          </a:p>
          <a:p>
            <a:pPr algn="ctr"/>
            <a:endParaRPr lang="fr-FR" sz="5400" b="1" dirty="0">
              <a:solidFill>
                <a:schemeClr val="tx1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400" dirty="0">
                <a:solidFill>
                  <a:schemeClr val="tx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Vincent Moschetta : 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Vmoschetta@sammpo.fr</a:t>
            </a:r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Tel. 		06 66 56 36 45</a:t>
            </a:r>
          </a:p>
          <a:p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Sibora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16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Malollari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: 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Smalollari@sammpo.fr</a:t>
            </a:r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Tel. 		06 19 72 06 69</a:t>
            </a:r>
          </a:p>
        </p:txBody>
      </p:sp>
    </p:spTree>
    <p:extLst>
      <p:ext uri="{BB962C8B-B14F-4D97-AF65-F5344CB8AC3E}">
        <p14:creationId xmlns:p14="http://schemas.microsoft.com/office/powerpoint/2010/main" val="3399099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AMMPO 02">
      <a:dk1>
        <a:srgbClr val="1B1C1F"/>
      </a:dk1>
      <a:lt1>
        <a:sysClr val="window" lastClr="FFFFFF"/>
      </a:lt1>
      <a:dk2>
        <a:srgbClr val="20307E"/>
      </a:dk2>
      <a:lt2>
        <a:srgbClr val="F8F8FA"/>
      </a:lt2>
      <a:accent1>
        <a:srgbClr val="D6283D"/>
      </a:accent1>
      <a:accent2>
        <a:srgbClr val="457B9D"/>
      </a:accent2>
      <a:accent3>
        <a:srgbClr val="3D3D3D"/>
      </a:accent3>
      <a:accent4>
        <a:srgbClr val="2FB3B0"/>
      </a:accent4>
      <a:accent5>
        <a:srgbClr val="4A5198"/>
      </a:accent5>
      <a:accent6>
        <a:srgbClr val="70AD47"/>
      </a:accent6>
      <a:hlink>
        <a:srgbClr val="954F72"/>
      </a:hlink>
      <a:folHlink>
        <a:srgbClr val="AEABA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31073</TotalTime>
  <Words>88</Words>
  <Application>Microsoft Office PowerPoint</Application>
  <PresentationFormat>Widescreen</PresentationFormat>
  <Paragraphs>16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Black</vt:lpstr>
      <vt:lpstr>Aptos Display</vt:lpstr>
      <vt:lpstr>Arial</vt:lpstr>
      <vt:lpstr>Lato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Moschetta</dc:creator>
  <cp:lastModifiedBy>Vincent Moschetta</cp:lastModifiedBy>
  <cp:revision>1109</cp:revision>
  <dcterms:created xsi:type="dcterms:W3CDTF">2025-05-09T11:21:43Z</dcterms:created>
  <dcterms:modified xsi:type="dcterms:W3CDTF">2025-10-10T11:23:45Z</dcterms:modified>
</cp:coreProperties>
</file>